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https://www.zoraglobalai.com/ (homepage metadata and site screenshot)
- https://image.thum.io/get/width/1600/noanimate/https%3A//www.zoraglobalai.com/ (homepage screenshot used as background)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https://www.zoraglobalai.com/ (footer content and tagline visible on site screenshot)
- https://in.linkedin.com/company/zora-global-ai-technologies (public profile slogan and about text)
- https://image.thum.io/get/width/1600/noanimate/https%3A//www.zoraglobalai.com/ (cropped footer image used on this slide)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https://in.linkedin.com/company/zora-global-ai-technologies (About Us section describing the three pillars and solution-area wording)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https://www.zoraglobalai.com/ (website footer product labels)
- https://in.linkedin.com/company/zora-global-ai-technologies (AI Contact Centre, AI Ticketing, Customer Value Management and Conversational AI descriptions)
- https://www.vads.co.id/media/4996/vads-ai-contact-center.png (illustrative contact-center image)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https://in.linkedin.com/company/zora-global-ai-technologies (About Us text listing solutions that scale, intelligent automation, enterprise security, predictive analytics and omnichannel engagement)
- https://cdn.boldbi.com/wp/pages/dashboards/sales/sales-analysis-banner-v1.webp (illustrative analytics dashboard image)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https://www.zoraglobalai.com/ (website, contact details and footer product labels)
- https://in.linkedin.com/company/zora-global-ai-technologies (public company profile and about text)
- https://www.genesys.com/media/AdobeStock_820232504-scaled-e1718641929338.jpeg (illustrative image)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ORA_MASTER">
    <p:bg>
      <p:bgPr>
        <a:solidFill>
          <a:srgbClr val="050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012"/>
          </a:solidFill>
          <a:ln w="12700">
            <a:solidFill>
              <a:srgbClr val="05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73952"/>
            <a:ext cx="11155680" cy="1828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9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9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zora_home.png">    </p:cNvPr>
          <p:cNvPicPr>
            <a:picLocks noChangeAspect="1"/>
          </p:cNvPicPr>
          <p:nvPr/>
        </p:nvPicPr>
        <p:blipFill>
          <a:blip r:embed="rId1"/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009">
              <a:alpha val="70000"/>
            </a:srgbClr>
          </a:solidFill>
          <a:ln w="12700">
            <a:solidFill>
              <a:srgbClr val="050012">
                <a:alpha val="0"/>
              </a:srgbClr>
            </a:solidFill>
            <a:prstDash val="solid"/>
          </a:ln>
        </p:spPr>
      </p:sp>
      <p:pic>
        <p:nvPicPr>
          <p:cNvPr id="4" name="Image 1" descr="/mnt/data/zora_logo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58" y="713232"/>
            <a:ext cx="2171700" cy="8686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9808" y="1828800"/>
            <a:ext cx="71323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Zora Global AI Technologies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768096" y="2560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9D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overview and solution portfolio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768096" y="29992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A7A9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content surfaced from zoraglobalai.com and the company’s public profile.</a:t>
            </a:r>
            <a:endParaRPr lang="en-US" sz="1080" dirty="0"/>
          </a:p>
        </p:txBody>
      </p:sp>
      <p:sp>
        <p:nvSpPr>
          <p:cNvPr id="8" name="Shape 4"/>
          <p:cNvSpPr/>
          <p:nvPr/>
        </p:nvSpPr>
        <p:spPr>
          <a:xfrm>
            <a:off x="768096" y="379476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32688" y="3950208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6FA"/>
                </a:solidFill>
              </a:rPr>
              <a:t>AI-driven enterprise solutions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77240" y="60533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C8F3"/>
                </a:solidFill>
              </a:rPr>
              <a:t>Chennai • AI software • consulting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9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 a glance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4980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brand positions itself across the website and public company profile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715000" cy="4526280"/>
          </a:xfrm>
          <a:prstGeom prst="roundRect">
            <a:avLst>
              <a:gd name="adj" fmla="val 1616"/>
            </a:avLst>
          </a:prstGeom>
          <a:solidFill>
            <a:srgbClr val="140A25">
              <a:alpha val="92000"/>
            </a:srgbClr>
          </a:solidFill>
          <a:ln w="12700">
            <a:solidFill>
              <a:srgbClr val="31214F">
                <a:alpha val="85000"/>
              </a:srgbClr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002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7FF"/>
                </a:solidFill>
              </a:rPr>
              <a:t>Brand narrative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5F6FA"/>
                </a:solidFill>
              </a:rPr>
              <a:t>“Built on Trust. Powered by Intelligence.”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2606040"/>
            <a:ext cx="5074920" cy="2011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200025" indent="-200025">
              <a:buSzPct val="100000"/>
              <a:buChar char="•"/>
            </a:pPr>
            <a:r>
              <a:rPr lang="en-US" sz="1750" dirty="0">
                <a:solidFill>
                  <a:srgbClr val="D7D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AI solutions tailored to unique business challenges</a:t>
            </a:r>
            <a:endParaRPr lang="en-US" sz="1750" dirty="0"/>
          </a:p>
          <a:p>
            <a:pPr marL="200025" indent="-200025">
              <a:buSzPct val="100000"/>
              <a:buChar char="•"/>
            </a:pPr>
            <a:r>
              <a:rPr lang="en-US" sz="1750" dirty="0">
                <a:solidFill>
                  <a:srgbClr val="D7D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solutions, cloud transformation, and strategic consulting</a:t>
            </a:r>
            <a:endParaRPr lang="en-US" sz="1750" dirty="0"/>
          </a:p>
          <a:p>
            <a:pPr marL="200025" indent="-200025">
              <a:buSzPct val="100000"/>
              <a:buChar char="•"/>
            </a:pPr>
            <a:r>
              <a:rPr lang="en-US" sz="1750" dirty="0">
                <a:solidFill>
                  <a:srgbClr val="D7D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location references point to Chennai, Tamil Nadu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932688" y="4919472"/>
            <a:ext cx="5029200" cy="0"/>
          </a:xfrm>
          <a:prstGeom prst="line">
            <a:avLst/>
          </a:prstGeom>
          <a:noFill/>
          <a:ln w="12700">
            <a:solidFill>
              <a:srgbClr val="312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0840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7FF"/>
                </a:solidFill>
              </a:rPr>
              <a:t>Positioning themes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534009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CCF1"/>
                </a:solidFill>
              </a:rPr>
              <a:t>Bespoke AI • enterprise reliability • intelligent automation • security • predictive insight</a:t>
            </a:r>
            <a:endParaRPr lang="en-US" sz="1250" dirty="0"/>
          </a:p>
        </p:txBody>
      </p:sp>
      <p:pic>
        <p:nvPicPr>
          <p:cNvPr id="11" name="Image 0" descr="/mnt/data/zora_footer_crop.png">    </p:cNvPr>
          <p:cNvPicPr>
            <a:picLocks noChangeAspect="1"/>
          </p:cNvPicPr>
          <p:nvPr/>
        </p:nvPicPr>
        <p:blipFill>
          <a:blip r:embed="rId1"/>
          <a:srcRect l="28857" r="28857" t="0" b="0"/>
          <a:stretch/>
        </p:blipFill>
        <p:spPr>
          <a:xfrm>
            <a:off x="6629400" y="1417320"/>
            <a:ext cx="4892040" cy="44348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12280" y="15910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6FA"/>
                </a:solidFill>
              </a:rPr>
              <a:t>Website footer snapshot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812280" y="523036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8E2"/>
                </a:solidFill>
              </a:rPr>
              <a:t>Shows the current site navigation, product labels, solutions menu, contact details and Chennai location reference.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9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solution pillars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4980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public profile frames Zora’s offer around service, process and growth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13258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7FF"/>
                </a:solidFill>
              </a:rPr>
              <a:t>Explore Our Solution Areas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10071E">
              <a:alpha val="96000"/>
            </a:srgbClr>
          </a:solidFill>
          <a:ln w="12700">
            <a:solidFill>
              <a:srgbClr val="31214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011680"/>
            <a:ext cx="530352" cy="530352"/>
          </a:xfrm>
          <a:prstGeom prst="ellipse">
            <a:avLst/>
          </a:prstGeom>
          <a:solidFill>
            <a:srgbClr val="34D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7627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012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26974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6FA"/>
                </a:solidFill>
              </a:rPr>
              <a:t>AI for Service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3127248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D7D8E2"/>
                </a:solidFill>
              </a:rPr>
              <a:t>Automate resolutions, coach agents in real time, and deliver consistent experiences across channels.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4160520" y="1737360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150B27">
              <a:alpha val="96000"/>
            </a:srgbClr>
          </a:solidFill>
          <a:ln w="12700">
            <a:solidFill>
              <a:srgbClr val="31214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9976" y="2011680"/>
            <a:ext cx="530352" cy="5303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217627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012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79976" y="26974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6FA"/>
                </a:solidFill>
              </a:rPr>
              <a:t>AI for Process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79976" y="3127248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D7D8E2"/>
                </a:solidFill>
              </a:rPr>
              <a:t>Identify bottlenecks, automate repetitive workflows, and continuously optimize for operational efficiency.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7607808" y="1737360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10071E">
              <a:alpha val="96000"/>
            </a:srgbClr>
          </a:solidFill>
          <a:ln w="12700">
            <a:solidFill>
              <a:srgbClr val="31214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27264" y="2011680"/>
            <a:ext cx="530352" cy="5303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91856" y="217627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012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27264" y="26974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6FA"/>
                </a:solidFill>
              </a:rPr>
              <a:t>AI for Growth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827264" y="3127248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D7D8E2"/>
                </a:solidFill>
              </a:rPr>
              <a:t>Unlock new revenue with predictive insights, personalized engagement, and AI-driven go-to-market strategies.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1143000" y="51663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dirty="0">
                <a:solidFill>
                  <a:srgbClr val="D5CCF1"/>
                </a:solidFill>
              </a:rPr>
              <a:t>Taken together, the three pillars suggest a platform strategy that spans customer-facing operations, internal productivity, and revenue growth.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9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4980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site and public profile together point to two adjacent product layers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94944" y="141732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140A25">
              <a:alpha val="94000"/>
            </a:srgbClr>
          </a:solidFill>
          <a:ln w="12700">
            <a:solidFill>
              <a:srgbClr val="31214F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007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7FF"/>
                </a:solidFill>
              </a:rPr>
              <a:t>Business software on the website footer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2084832"/>
            <a:ext cx="2514600" cy="2560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211455" indent="-211455">
              <a:buSzPct val="100000"/>
              <a:buChar char="•"/>
            </a:pPr>
            <a:r>
              <a:rPr lang="en-US" sz="1850" dirty="0">
                <a:solidFill>
                  <a:srgbClr val="D7D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HRMS</a:t>
            </a:r>
            <a:endParaRPr lang="en-US" sz="1850" dirty="0"/>
          </a:p>
          <a:p>
            <a:pPr marL="211455" indent="-211455">
              <a:buSzPct val="100000"/>
              <a:buChar char="•"/>
            </a:pPr>
            <a:r>
              <a:rPr lang="en-US" sz="1850" dirty="0">
                <a:solidFill>
                  <a:srgbClr val="D7D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CRMS</a:t>
            </a:r>
            <a:endParaRPr lang="en-US" sz="1850" dirty="0"/>
          </a:p>
          <a:p>
            <a:pPr marL="211455" indent="-211455">
              <a:buSzPct val="100000"/>
              <a:buChar char="•"/>
            </a:pPr>
            <a:r>
              <a:rPr lang="en-US" sz="1850" dirty="0">
                <a:solidFill>
                  <a:srgbClr val="D7D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Messaging Applications</a:t>
            </a:r>
            <a:endParaRPr lang="en-US" sz="1850" dirty="0"/>
          </a:p>
          <a:p>
            <a:pPr marL="211455" indent="-211455">
              <a:buSzPct val="100000"/>
              <a:buChar char="•"/>
            </a:pPr>
            <a:r>
              <a:rPr lang="en-US" sz="1850" dirty="0">
                <a:solidFill>
                  <a:srgbClr val="D7D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Orbileads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32688" y="486460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8E2"/>
                </a:solidFill>
              </a:rPr>
              <a:t>These labels suggest an operations stack spanning workforce, customer management, messaging and lead generation.</a:t>
            </a:r>
            <a:endParaRPr lang="en-US" sz="1300" dirty="0"/>
          </a:p>
        </p:txBody>
      </p:sp>
      <p:pic>
        <p:nvPicPr>
          <p:cNvPr id="8" name="Image 0" descr="/mnt/data/contact_center.png">    </p:cNvPr>
          <p:cNvPicPr>
            <a:picLocks noChangeAspect="1"/>
          </p:cNvPicPr>
          <p:nvPr/>
        </p:nvPicPr>
        <p:blipFill>
          <a:blip r:embed="rId1"/>
          <a:srcRect l="0" r="0" t="9668" b="9668"/>
          <a:stretch/>
        </p:blipFill>
        <p:spPr>
          <a:xfrm>
            <a:off x="6355080" y="1417320"/>
            <a:ext cx="5138928" cy="2331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55080" y="3913632"/>
            <a:ext cx="5138928" cy="1892808"/>
          </a:xfrm>
          <a:prstGeom prst="roundRect">
            <a:avLst>
              <a:gd name="adj" fmla="val 2899"/>
            </a:avLst>
          </a:prstGeom>
          <a:solidFill>
            <a:srgbClr val="0E0519"/>
          </a:solidFill>
          <a:ln w="12700">
            <a:solidFill>
              <a:srgbClr val="31214F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65392" y="40965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4D7FF"/>
                </a:solidFill>
              </a:rPr>
              <a:t>AI engagement suite in public descriptions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565392" y="4425696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F5F6FA"/>
                </a:solidFill>
              </a:rPr>
              <a:t>AI Contact Centre • AI Ticketing</a:t>
            </a:r>
            <a:endParaRPr lang="en-US" sz="1620" dirty="0"/>
          </a:p>
          <a:p>
            <a:pPr indent="0" marL="0">
              <a:buNone/>
            </a:pPr>
            <a:r>
              <a:rPr lang="en-US" sz="1620" b="1" dirty="0">
                <a:solidFill>
                  <a:srgbClr val="F5F6FA"/>
                </a:solidFill>
              </a:rPr>
              <a:t>Customer Value Management • Conversational AI</a:t>
            </a:r>
            <a:endParaRPr lang="en-US" sz="1620" dirty="0"/>
          </a:p>
        </p:txBody>
      </p:sp>
      <p:sp>
        <p:nvSpPr>
          <p:cNvPr id="12" name="Text 9"/>
          <p:cNvSpPr/>
          <p:nvPr/>
        </p:nvSpPr>
        <p:spPr>
          <a:xfrm>
            <a:off x="6565392" y="51389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D7D8E2"/>
                </a:solidFill>
              </a:rPr>
              <a:t>Together these point to a customer-service and customer-growth layer built around automation, classification, retention and conversation.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9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Capabilities that create business value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4980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public narrative repeatedly emphasizes reliability, automation, analytics and omnichannel experience</a:t>
            </a:r>
            <a:endParaRPr lang="en-US" sz="1150" dirty="0"/>
          </a:p>
        </p:txBody>
      </p:sp>
      <p:pic>
        <p:nvPicPr>
          <p:cNvPr id="4" name="Image 0" descr="/mnt/data/sales_dashboard.png">    </p:cNvPr>
          <p:cNvPicPr>
            <a:picLocks noChangeAspect="1"/>
          </p:cNvPicPr>
          <p:nvPr/>
        </p:nvPicPr>
        <p:blipFill>
          <a:blip r:embed="rId1"/>
          <a:srcRect l="11995" r="11995" t="0" b="0"/>
          <a:stretch/>
        </p:blipFill>
        <p:spPr>
          <a:xfrm>
            <a:off x="6492240" y="1417320"/>
            <a:ext cx="502920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" y="146304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140A25">
              <a:alpha val="95000"/>
            </a:srgbClr>
          </a:solidFill>
          <a:ln w="12700">
            <a:solidFill>
              <a:srgbClr val="31214F">
                <a:alpha val="8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2688" y="1801368"/>
            <a:ext cx="164592" cy="164592"/>
          </a:xfrm>
          <a:prstGeom prst="ellipse">
            <a:avLst/>
          </a:prstGeom>
          <a:solidFill>
            <a:srgbClr val="34D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17556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F5F6FA"/>
                </a:solidFill>
              </a:rPr>
              <a:t>Solutions that scale</a:t>
            </a:r>
            <a:endParaRPr lang="en-US" sz="1530" dirty="0"/>
          </a:p>
        </p:txBody>
      </p:sp>
      <p:sp>
        <p:nvSpPr>
          <p:cNvPr id="8" name="Text 5"/>
          <p:cNvSpPr/>
          <p:nvPr/>
        </p:nvSpPr>
        <p:spPr>
          <a:xfrm>
            <a:off x="3063240" y="172821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8E2"/>
                </a:solidFill>
              </a:rPr>
              <a:t>Purpose-built AI for enterprise challenges that demand precision and reliability.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32688" y="2514600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24688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F5F6FA"/>
                </a:solidFill>
              </a:rPr>
              <a:t>Intelligent automation</a:t>
            </a:r>
            <a:endParaRPr lang="en-US" sz="1530" dirty="0"/>
          </a:p>
        </p:txBody>
      </p:sp>
      <p:sp>
        <p:nvSpPr>
          <p:cNvPr id="11" name="Text 8"/>
          <p:cNvSpPr/>
          <p:nvPr/>
        </p:nvSpPr>
        <p:spPr>
          <a:xfrm>
            <a:off x="3063240" y="244144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8E2"/>
                </a:solidFill>
              </a:rPr>
              <a:t>Automates complex workflows and adapts to business processes.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32688" y="3227832"/>
            <a:ext cx="164592" cy="164592"/>
          </a:xfrm>
          <a:prstGeom prst="ellipse">
            <a:avLst/>
          </a:prstGeom>
          <a:solidFill>
            <a:srgbClr val="34D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318211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F5F6FA"/>
                </a:solidFill>
              </a:rPr>
              <a:t>Enterprise security</a:t>
            </a:r>
            <a:endParaRPr lang="en-US" sz="1530" dirty="0"/>
          </a:p>
        </p:txBody>
      </p:sp>
      <p:sp>
        <p:nvSpPr>
          <p:cNvPr id="14" name="Text 11"/>
          <p:cNvSpPr/>
          <p:nvPr/>
        </p:nvSpPr>
        <p:spPr>
          <a:xfrm>
            <a:off x="3063240" y="315468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8E2"/>
                </a:solidFill>
              </a:rPr>
              <a:t>Built-in compliance and security framing for regulated environments.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32688" y="3941064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389534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F5F6FA"/>
                </a:solidFill>
              </a:rPr>
              <a:t>Predictive analytics</a:t>
            </a:r>
            <a:endParaRPr lang="en-US" sz="1530" dirty="0"/>
          </a:p>
        </p:txBody>
      </p:sp>
      <p:sp>
        <p:nvSpPr>
          <p:cNvPr id="17" name="Text 14"/>
          <p:cNvSpPr/>
          <p:nvPr/>
        </p:nvSpPr>
        <p:spPr>
          <a:xfrm>
            <a:off x="3063240" y="386791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8E2"/>
                </a:solidFill>
              </a:rPr>
              <a:t>Turns raw data into actionable insights with advanced models.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32688" y="4654296"/>
            <a:ext cx="164592" cy="164592"/>
          </a:xfrm>
          <a:prstGeom prst="ellipse">
            <a:avLst/>
          </a:prstGeom>
          <a:solidFill>
            <a:srgbClr val="34D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88720" y="46085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F5F6FA"/>
                </a:solidFill>
              </a:rPr>
              <a:t>Omnichannel engagement</a:t>
            </a:r>
            <a:endParaRPr lang="en-US" sz="1530" dirty="0"/>
          </a:p>
        </p:txBody>
      </p:sp>
      <p:sp>
        <p:nvSpPr>
          <p:cNvPr id="20" name="Text 17"/>
          <p:cNvSpPr/>
          <p:nvPr/>
        </p:nvSpPr>
        <p:spPr>
          <a:xfrm>
            <a:off x="3063240" y="458114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8E2"/>
                </a:solidFill>
              </a:rPr>
              <a:t>Supports a unified experience across customer touchpoints.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96112" y="53218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D5CCF1"/>
                </a:solidFill>
              </a:rPr>
              <a:t>Why it matters: this mix aims to reduce manual work, improve decision quality, and make service delivery more consistent at scale.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9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takeaway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4980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an audience can retain after a quick scan of the website</a:t>
            </a:r>
            <a:endParaRPr lang="en-US" sz="1150" dirty="0"/>
          </a:p>
        </p:txBody>
      </p:sp>
      <p:pic>
        <p:nvPicPr>
          <p:cNvPr id="4" name="Image 0" descr="/mnt/data/headset_ai.jpeg">    </p:cNvPr>
          <p:cNvPicPr>
            <a:picLocks noChangeAspect="1"/>
          </p:cNvPicPr>
          <p:nvPr/>
        </p:nvPicPr>
        <p:blipFill>
          <a:blip r:embed="rId1"/>
          <a:srcRect l="7137" r="7137" t="0" b="0"/>
          <a:stretch/>
        </p:blipFill>
        <p:spPr>
          <a:xfrm>
            <a:off x="6629400" y="1417320"/>
            <a:ext cx="489204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" y="148132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140A25">
              <a:alpha val="94000"/>
            </a:srgbClr>
          </a:solidFill>
          <a:ln w="12700">
            <a:solidFill>
              <a:srgbClr val="31214F">
                <a:alpha val="8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1810512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6FA"/>
                </a:solidFill>
              </a:rPr>
              <a:t>Zora Global AI presents itself as a Chennai-based enterprise AI company focused on: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41832" y="2468880"/>
            <a:ext cx="4846320" cy="2148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97739" indent="-197739">
              <a:buSzPct val="100000"/>
              <a:buChar char="•"/>
            </a:pPr>
            <a:r>
              <a:rPr lang="en-US" sz="1730" dirty="0">
                <a:solidFill>
                  <a:srgbClr val="D7D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software and consulting for modern enterprises</a:t>
            </a:r>
            <a:endParaRPr lang="en-US" sz="1730" dirty="0"/>
          </a:p>
          <a:p>
            <a:pPr marL="197739" indent="-197739">
              <a:buSzPct val="100000"/>
              <a:buChar char="•"/>
            </a:pPr>
            <a:r>
              <a:rPr lang="en-US" sz="1730" dirty="0">
                <a:solidFill>
                  <a:srgbClr val="D7D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products spanning HR, CRM, messaging and lead generation</a:t>
            </a:r>
            <a:endParaRPr lang="en-US" sz="1730" dirty="0"/>
          </a:p>
          <a:p>
            <a:pPr marL="197739" indent="-197739">
              <a:buSzPct val="100000"/>
              <a:buChar char="•"/>
            </a:pPr>
            <a:r>
              <a:rPr lang="en-US" sz="1730" dirty="0">
                <a:solidFill>
                  <a:srgbClr val="D7D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Automation-led customer service and engagement solutions</a:t>
            </a:r>
            <a:endParaRPr lang="en-US" sz="1730" dirty="0"/>
          </a:p>
          <a:p>
            <a:pPr marL="197739" indent="-197739">
              <a:buSzPct val="100000"/>
              <a:buChar char="•"/>
            </a:pPr>
            <a:r>
              <a:rPr lang="en-US" sz="1730" dirty="0">
                <a:solidFill>
                  <a:srgbClr val="D7D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value story built on trust, intelligence and scalable business impact</a:t>
            </a:r>
            <a:endParaRPr lang="en-US" sz="1730" dirty="0"/>
          </a:p>
        </p:txBody>
      </p:sp>
      <p:sp>
        <p:nvSpPr>
          <p:cNvPr id="8" name="Shape 5"/>
          <p:cNvSpPr/>
          <p:nvPr/>
        </p:nvSpPr>
        <p:spPr>
          <a:xfrm>
            <a:off x="6638544" y="4828032"/>
            <a:ext cx="4882896" cy="987552"/>
          </a:xfrm>
          <a:prstGeom prst="roundRect">
            <a:avLst>
              <a:gd name="adj" fmla="val 5556"/>
            </a:avLst>
          </a:prstGeom>
          <a:solidFill>
            <a:srgbClr val="11061F"/>
          </a:solidFill>
          <a:ln w="12700">
            <a:solidFill>
              <a:srgbClr val="31214F">
                <a:alpha val="8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39712" y="509320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5F6FA"/>
                </a:solidFill>
              </a:rPr>
              <a:t>zoraglobalai.com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F5F6FA"/>
                </a:solidFill>
              </a:rPr>
              <a:t>info@zoraglobalai.com   •   9087000345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68096" y="5806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4D7FF"/>
                </a:solidFill>
              </a:rPr>
              <a:t>Thank you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9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Zora Global AI Technologies – Presentation</dc:title>
  <dc:subject>Zora Global AI Technologies</dc:subject>
  <dc:creator>OpenAI</dc:creator>
  <cp:lastModifiedBy>OpenAI</cp:lastModifiedBy>
  <cp:revision>1</cp:revision>
  <dcterms:created xsi:type="dcterms:W3CDTF">2026-03-19T06:15:46Z</dcterms:created>
  <dcterms:modified xsi:type="dcterms:W3CDTF">2026-03-19T06:15:46Z</dcterms:modified>
</cp:coreProperties>
</file>